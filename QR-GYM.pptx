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2"/>
  </p:normalViewPr>
  <p:slideViewPr>
    <p:cSldViewPr snapToGrid="0">
      <p:cViewPr varScale="1">
        <p:scale>
          <a:sx n="95" d="100"/>
          <a:sy n="95" d="100"/>
        </p:scale>
        <p:origin x="20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DB966-01B7-58A6-2F83-1EAB13BB0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7DC742-3BEE-5FA4-6513-2288A5568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C10B41-7493-C299-F8BD-E3AED831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B5B44F-45D1-9AD1-751A-A9012F584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96DDB2-1026-C420-2D0D-BBA10071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38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0B56F-045A-76EB-6F2F-6B77F1EB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BFFEC8-8403-D127-1C71-9BBAACBA0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9187B4-0D2F-5EF9-6A3A-36BA2272F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DBCEC4-3E23-A88C-AA7D-7C9EB415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1EEB96-FC32-4B9D-C248-8299AC23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103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BBCB7-6296-35EB-2FBF-DE95F186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F5AA6E-9D18-AC92-24A7-AF7D259A1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5C49F7-6470-EEC1-593E-FF913704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9ACBF1-4B48-BFDE-2923-0CAFBC33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7769EA-4100-C1A2-14B9-85EEEEC1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9442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54A00-3A53-0B9E-BBC9-5A540D10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47B1D9-102D-154F-CB4F-293A68DC7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787B14-7ACD-806E-048E-4F26D6BB0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A77CB8-65FC-25AC-6B75-3B404005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D98019-5DA9-523D-4437-DDB1E8664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8D9CA6-231C-4F83-0304-A0191422C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7959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7180E-C077-5431-3B74-2F9BB8A7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C6A931-139D-8DE6-C013-1245C02AA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3C0D53-47DB-557C-982D-3885F1A70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EF00CE-2072-43C3-9935-F0980178D6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B418D7-F1C6-B492-B6E1-5CE03D43E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D310573-9574-277F-86E8-0FFE12DE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7735A3-51EA-20EC-0513-A0DEBF93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ABDDBB-D68A-0A50-50C5-27BD4C10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8116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E9E28-4EF7-AE0F-F48E-7EEA33FA0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8294AE-FE63-B866-CCB1-E9177F52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004CDC-ECEE-9B53-C886-75D3BA58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BBA1FF-F68F-1BEC-376F-D0A7F58C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919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1349D8-E03D-5DE4-3EA4-FDD11CF2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864B4C-6160-BDA6-1142-4D1F02F5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515671-0670-C717-55CE-294DAF3F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1935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627D4-819D-26FE-3F7A-3961C277F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2EDA88-3CAF-BF5C-4C10-1FA558E08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EE4C64-E373-D5D7-87E3-58F94F9A7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8813D5-21D5-8A34-BECC-D9F18140E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675920-A7D0-2549-24F1-9FBE2DEEC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106E38-2FAC-1D84-3692-E70E3B80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76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F2FDB-7E54-788F-2CC2-C7213604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752F1E-E006-9BD5-BBD9-A4D70A2706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B93CB1-970B-6B4F-C0D9-63434C285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2057FD-3DB6-A2A8-2E28-90F8B71E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DA213C3-9818-8B8E-155C-3B428C7E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309E7C-DA7A-BEFF-75C2-B9BA65E9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707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7A420-CADF-A532-2125-885D5283A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1B4320-C05B-9D4A-524E-8E5185ABA0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23A298-6063-7FDA-1E8F-09DD8A03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CDF42F-CD67-259A-394D-EC43D4AB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F8F0D8-E5EC-285E-6F83-CE03D993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935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ED29A9-7A55-447D-4322-7D2153E11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DEABC7-2C80-FCB2-BF82-B3DB5B08A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11E871-D30E-522D-7364-9D9AC79D8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EBC2E6-ADF9-ED5B-FA29-4374AD942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812532-4723-2DC4-A20B-64F4E9CF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154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A4FDC3-A24B-5F98-8ED1-047941222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6D2F87-06CF-BC90-339F-8E65C544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84110-7473-B0FD-9871-130F16116A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A4017-D2F9-3847-9E44-73B478D4D215}" type="datetimeFigureOut">
              <a:rPr lang="es-CL" smtClean="0"/>
              <a:t>11-06-26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A3E849-AEB6-7209-8EBE-5FFB4AA06B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C89584-AC8A-5917-1768-B2E6134DC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9DF6D-9BB3-4547-B39F-3EC17C68E9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234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50CBD2F-DB24-693A-3B08-BCCB6844B0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638"/>
          <a:stretch>
            <a:fillRect/>
          </a:stretch>
        </p:blipFill>
        <p:spPr>
          <a:xfrm>
            <a:off x="716406" y="497541"/>
            <a:ext cx="7499748" cy="542284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474931B-D363-152E-51DF-BF61D38A9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051" y="1549681"/>
            <a:ext cx="2012016" cy="201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98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Jacinto Alexander Acosta Zambrano</dc:creator>
  <cp:lastModifiedBy>Jacinto Alexander Acosta Zambrano</cp:lastModifiedBy>
  <cp:revision>1</cp:revision>
  <dcterms:created xsi:type="dcterms:W3CDTF">2026-06-11T16:48:37Z</dcterms:created>
  <dcterms:modified xsi:type="dcterms:W3CDTF">2026-06-11T16:55:45Z</dcterms:modified>
</cp:coreProperties>
</file>